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34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is a dual-mode human assistance platform. It helps users in normal life and instantly switches to high-priority emergency support when risk is detected.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Existing solutions solve either daily services or emergency response, not both in one intelligent journey. In critical moments, every second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OMINA adapts the UI and decision flow based on user intent. The experience is calm in daily use and intense, action-first in emergencies.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visual difference is deliberate: different cognitive load, different urgency, different interaction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focused on practical, immediately useful features that reduce decision friction and guide users to action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is modular: UX mode logic, resource discovery, and guidance systems are independently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core innovation is not just features—it is context-adaptive UX that changes behavior under emergency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user can move between routine and crisis without leaving the app or relearning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ensured quick deployment for judging/demo, with a clear path to full-stack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roadmap focuses on reliability, speed, and inclusion in high-stress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as an MVP, OMINA is built to measure real behavioral outcomes, not just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built OMINA to make help more human, immediate, and intelligent—when it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/>
            <a:r>
              <a:t>Team Name: Zenith-X</a:t>
            </a:r>
          </a:p>
          <a:p>
            <a:pPr/>
            <a:r>
              <a:t>Project Name: OMINA — Universal Human Assistance Platform</a:t>
            </a:r>
          </a:p>
          <a:p>
            <a:pPr/>
            <a:r>
              <a:t>Team Leader: Jeet Mondal</a:t>
            </a:r>
          </a:p>
          <a:p>
            <a:pPr/>
            <a:r>
              <a:t>Members: [Add all member names]</a:t>
            </a:r>
          </a:p>
          <a:p>
            <a:pPr/>
            <a:r>
              <a:t>Institute Name: [Add institute name]</a:t>
            </a:r>
          </a:p>
          <a:p>
            <a:pPr/>
            <a:r>
              <a:t>Hackathon: [Add hackathon name/year]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Proposed Solution (Describe your Idea/Solution/Prototype)</a:t>
            </a:r>
          </a:p>
          <a:p>
            <a:pPr/>
            <a:r>
              <a:t>Detailed explanation of the proposed solution: OMINA is a dual-mode assistance platform for daily needs and emergency response in one app.</a:t>
            </a:r>
          </a:p>
          <a:p>
            <a:pPr/>
            <a:r>
              <a:t>How it addresses the problem: It removes fragmentation and reduces delay by giving context-aware, priority-based actions.</a:t>
            </a:r>
          </a:p>
          <a:p>
            <a:pPr/>
            <a:r>
              <a:t>Innovation and uniqueness of the solution: Context-adaptive UX (Daily ↔ Emergency) with AI-backed urgency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Technologies to be used (e.g. programming languages, frameworks, hardware): MERN stack, Vite, JWT Auth, Axios, AI provider gateway.</a:t>
            </a:r>
          </a:p>
          <a:p>
            <a:pPr/>
            <a:r>
              <a:t>Methodology and process for implementation (Flow Charts/Images/ working prototype): Requirement mapping → dual-mode UI design → modular API build → intent/risk integration → testing → working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 flowcharts and Diagrams</a:t>
            </a:r>
          </a:p>
          <a:p>
            <a:pPr/>
            <a:r>
              <a:t>System architecture diagram, intent-to-action flowchart, emergency escalation flow, and deployment diagram.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Analysis of the feasibility of the idea: Technically feasible with existing MERN architecture and modular services.</a:t>
            </a:r>
          </a:p>
          <a:p>
            <a:pPr/>
            <a:r>
              <a:t>Potential challenges and risks: AI latency, data privacy/security, and local provider dependency.</a:t>
            </a:r>
          </a:p>
          <a:p>
            <a:pPr/>
            <a:r>
              <a:t>Strategies for overcoming these challenges: Fallback logic, secure auth/encryption, and phased city-wise provider 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Potential impact on the target audience: Faster, clearer access to help for students, women, commuters, and families.</a:t>
            </a:r>
          </a:p>
          <a:p>
            <a:pPr/>
            <a:r>
              <a:t>Benefits of the solution (social, economic, environmental, etc.): Improved safety outcomes, reduced response inefficiency, and stronger community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 the specific user niche (Beachhead) and the total potential market size (TAM) to prove scalability: Beachhead is urban students and working women; TAM spans smart-city digital safety and assistance users.</a:t>
            </a:r>
          </a:p>
          <a:p>
            <a:pPr/>
            <a:r>
              <a:t>State your unique technical or operational advantage that prevents competitors from easily replicating your solution: Dual-UX architecture with AI decision normalization and multi-provider fallback.</a:t>
            </a:r>
          </a:p>
          <a:p>
            <a:pPr/>
            <a:r>
              <a:t>State the business model: B2B2C subscriptions with institutions plus premium consumer safety features and partner analytics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Scenario A (Daily): Open app → Daily mode → search doctor → view nearby → book</a:t>
            </a:r>
          </a:p>
          <a:p>
            <a:pPr>
              <a:defRPr sz="2000"/>
            </a:pPr>
            <a:r>
              <a:t>Scenario B (Emergency): Type distress text → emergency intent detected</a:t>
            </a:r>
          </a:p>
          <a:p>
            <a:pPr>
              <a:defRPr sz="2000"/>
            </a:pPr>
            <a:r>
              <a:t>UI flips to Emergency Mode</a:t>
            </a:r>
          </a:p>
          <a:p>
            <a:pPr>
              <a:defRPr sz="2000"/>
            </a:pPr>
            <a:r>
              <a:t>Immediate guidance + critical actions + route to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deployed on Vercel</a:t>
            </a:r>
          </a:p>
          <a:p>
            <a:pPr>
              <a:defRPr sz="2000"/>
            </a:pPr>
            <a:r>
              <a:t>Branch-managed releases (main, option2, option3)</a:t>
            </a:r>
          </a:p>
          <a:p>
            <a:pPr>
              <a:defRPr sz="2000"/>
            </a:pPr>
            <a:r>
              <a:t>Backend ready with environment-driven config</a:t>
            </a:r>
          </a:p>
          <a:p>
            <a:pPr>
              <a:defRPr sz="2000"/>
            </a:pPr>
            <a:r>
              <a:t>Current temporary setup supports frontend-first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(Next 30–90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Real-time emergency contact notifications</a:t>
            </a:r>
          </a:p>
          <a:p>
            <a:pPr>
              <a:defRPr sz="2000"/>
            </a:pPr>
            <a:r>
              <a:t>Geo-prioritized response recommendation engine</a:t>
            </a:r>
          </a:p>
          <a:p>
            <a:pPr>
              <a:defRPr sz="2000"/>
            </a:pPr>
            <a:r>
              <a:t>Multilingual support and accessibility upgrades</a:t>
            </a:r>
          </a:p>
          <a:p>
            <a:pPr>
              <a:defRPr sz="2000"/>
            </a:pPr>
            <a:r>
              <a:t>Offline emergency fallback experience</a:t>
            </a:r>
          </a:p>
          <a:p>
            <a:pPr>
              <a:defRPr sz="2000"/>
            </a:pPr>
            <a:r>
              <a:t>Analytics for risk patterns and response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Metrics (Projected)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Reduced time-to-first-action in emergencies</a:t>
            </a:r>
          </a:p>
          <a:p>
            <a:pPr>
              <a:defRPr sz="2000"/>
            </a:pPr>
            <a:r>
              <a:t>Higher completion rate for daily support tasks</a:t>
            </a:r>
          </a:p>
          <a:p>
            <a:pPr>
              <a:defRPr sz="2000"/>
            </a:pPr>
            <a:r>
              <a:t>Increased trust via guided workflows and verified service pathways</a:t>
            </a:r>
          </a:p>
          <a:p>
            <a:pPr>
              <a:defRPr sz="2000"/>
            </a:pPr>
            <a:r>
              <a:t>Target: 40% faster emergency action initiation</a:t>
            </a:r>
          </a:p>
          <a:p>
            <a:pPr>
              <a:defRPr sz="2000"/>
            </a:pPr>
            <a:r>
              <a:t>Target: 30% better daily task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OMINA = Calm in daily life. Decisive in emergencies.</a:t>
            </a:r>
          </a:p>
          <a:p>
            <a:pPr>
              <a:defRPr sz="2000"/>
            </a:pPr>
            <a:r>
              <a:t>Thank you</a:t>
            </a:r>
          </a:p>
          <a:p>
            <a:pPr>
              <a:defRPr sz="2000"/>
            </a:pPr>
            <a:r>
              <a:t>Demo Link: healthfy-rosy.vercel.app</a:t>
            </a:r>
          </a:p>
          <a:p>
            <a:pPr>
              <a:defRPr sz="2000"/>
            </a:pPr>
            <a:r>
              <a:t>GitHub: github.com/Jeet1511/healthfy</a:t>
            </a:r>
          </a:p>
          <a:p>
            <a:pPr>
              <a:defRPr sz="2000"/>
            </a:pPr>
            <a:r>
              <a:t>Contact: [Add email/LinkedIn]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On-screen Show (4:3)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OMINA: Universal Human Assistance Platform</vt:lpstr>
      <vt:lpstr>Problem</vt:lpstr>
      <vt:lpstr>Our Solution</vt:lpstr>
      <vt:lpstr>Product Demo Snapshot</vt:lpstr>
      <vt:lpstr>Key Features</vt:lpstr>
      <vt:lpstr>Technical Architecture</vt:lpstr>
      <vt:lpstr>What Makes It Hackathon-Strong</vt:lpstr>
      <vt:lpstr>User Journey</vt:lpstr>
      <vt:lpstr>Deployment &amp; Status</vt:lpstr>
      <vt:lpstr>Roadmap (Next 30–90 days)</vt:lpstr>
      <vt:lpstr>Impact &amp; Metrics (Projected)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Jeet Mondal</cp:lastModifiedBy>
  <cp:revision>2</cp:revision>
  <dcterms:created xsi:type="dcterms:W3CDTF">2013-01-27T09:14:16Z</dcterms:created>
  <dcterms:modified xsi:type="dcterms:W3CDTF">2026-03-28T06:59:00Z</dcterms:modified>
  <cp:category/>
</cp:coreProperties>
</file>