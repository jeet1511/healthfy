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344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OMINA is a dual-mode human assistance platform. It helps users in normal life and instantly switches to high-priority emergency support when risk is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Existing solutions solve either daily services or emergency response, not both in one intelligent journey. In critical moments, every second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OMINA adapts the UI and decision flow based on user intent. The experience is calm in daily use and intense, action-first in emergencies.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visual difference is deliberate: different cognitive load, different urgency, different interaction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focused on practical, immediately useful features that reduce decision friction and guide users to action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is modular: UX mode logic, resource discovery, and guidance systems are independently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core innovation is not just features—it is context-adaptive UX that changes behavior under emergency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user can move between routine and crisis without leaving the app or relearning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ensured quick deployment for judging/demo, with a clear path to full-stack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roadmap focuses on reliability, speed, and inclusion in high-stress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 as an MVP, OMINA is built to measure real behavioral outcomes, not just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built OMINA to make help more human, immediate, and intelligent—when it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OMINA: Universal Human Assistance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One platform for everyday needs + emergency response</a:t>
            </a:r>
          </a:p>
          <a:p>
            <a:r>
              <a:rPr dirty="0"/>
              <a:t>Team: Zenith X | Hackathon: </a:t>
            </a:r>
            <a:r>
              <a:rPr lang="en-US" dirty="0" err="1"/>
              <a:t>janina</a:t>
            </a:r>
            <a:r>
              <a:rPr dirty="0"/>
              <a:t> | Member: </a:t>
            </a:r>
            <a:r>
              <a:rPr lang="en-US" dirty="0"/>
              <a:t>me….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People face two realities:</a:t>
            </a:r>
          </a:p>
          <a:p>
            <a:pPr>
              <a:defRPr sz="2000"/>
            </a:pPr>
            <a:r>
              <a:t>Daily life support is fragmented (healthcare, services, local resources)</a:t>
            </a:r>
          </a:p>
          <a:p>
            <a:pPr>
              <a:defRPr sz="2000"/>
            </a:pPr>
            <a:r>
              <a:t>Emergency response is slow and confusing under stress</a:t>
            </a:r>
          </a:p>
          <a:p>
            <a:pPr>
              <a:defRPr sz="2000"/>
            </a:pPr>
            <a:r>
              <a:t>Too many apps, no unified flow</a:t>
            </a:r>
          </a:p>
          <a:p>
            <a:pPr>
              <a:defRPr sz="2000"/>
            </a:pPr>
            <a:r>
              <a:t>No context-aware switch between normal and crisis mode</a:t>
            </a:r>
          </a:p>
          <a:p>
            <a:pPr>
              <a:defRPr sz="2000"/>
            </a:pPr>
            <a:r>
              <a:t>Users waste time finding the right action during emergencies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OMINA = Dual UX + Smart Decision Layer</a:t>
            </a:r>
          </a:p>
          <a:p>
            <a:pPr>
              <a:defRPr sz="2000"/>
            </a:pPr>
            <a:r>
              <a:t>Daily Mode: healthcare, nearby services, bookings, guidance</a:t>
            </a:r>
          </a:p>
          <a:p>
            <a:pPr>
              <a:defRPr sz="2000"/>
            </a:pPr>
            <a:r>
              <a:t>Emergency Mode: urgent actions, rapid response cards, high-contrast UI</a:t>
            </a:r>
          </a:p>
          <a:p>
            <a:pPr>
              <a:defRPr sz="2000"/>
            </a:pPr>
            <a:r>
              <a:t>AI-assisted intent classification: converts plain text into action path</a:t>
            </a:r>
          </a:p>
          <a:p>
            <a:pPr>
              <a:defRPr sz="2000"/>
            </a:pPr>
            <a:r>
              <a:t>Live Guidance panel: always-available assistance widget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Demo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2 screenshots side by side:</a:t>
            </a:r>
          </a:p>
          <a:p>
            <a:pPr>
              <a:defRPr sz="2000"/>
            </a:pPr>
            <a:r>
              <a:t>Left: Daily Mode UI (soft tone, routine services)</a:t>
            </a:r>
          </a:p>
          <a:p>
            <a:pPr>
              <a:defRPr sz="2000"/>
            </a:pPr>
            <a:r>
              <a:t>Right: Emergency Mode UI (critical layout, urgent actions)</a:t>
            </a:r>
          </a:p>
          <a:p>
            <a:pPr>
              <a:defRPr sz="2000"/>
            </a:pPr>
            <a:r>
              <a:t>Same app, two completely different UX states</a:t>
            </a:r>
          </a:p>
          <a:p>
            <a:pPr>
              <a:defRPr sz="2000"/>
            </a:pPr>
            <a:r>
              <a:t>Dynamic cards + animated SVGs + mode-aware messaging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 Switch Engine (Daily ↔ Emergency)</a:t>
            </a:r>
          </a:p>
          <a:p>
            <a:pPr>
              <a:defRPr sz="2000"/>
            </a:pPr>
            <a:r>
              <a:t>Smart Search via natural language input</a:t>
            </a:r>
          </a:p>
          <a:p>
            <a:pPr>
              <a:defRPr sz="2000"/>
            </a:pPr>
            <a:r>
              <a:t>Live Insights dashboard with animated counters</a:t>
            </a:r>
          </a:p>
          <a:p>
            <a:pPr>
              <a:defRPr sz="2000"/>
            </a:pPr>
            <a:r>
              <a:t>Service Discovery + Map routing</a:t>
            </a:r>
          </a:p>
          <a:p>
            <a:pPr>
              <a:defRPr sz="2000"/>
            </a:pPr>
            <a:r>
              <a:t>Healthcare booking flow</a:t>
            </a:r>
          </a:p>
          <a:p>
            <a:pPr>
              <a:defRPr sz="2000"/>
            </a:pPr>
            <a:r>
              <a:t>Floating Live Guidance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React + Vite + Framer Motion + Lucide Icons</a:t>
            </a:r>
          </a:p>
          <a:p>
            <a:pPr>
              <a:defRPr sz="2000"/>
            </a:pPr>
            <a:r>
              <a:t>Backend: Node.js + Express + MongoDB (MERN base)</a:t>
            </a:r>
          </a:p>
          <a:p>
            <a:pPr>
              <a:defRPr sz="2000"/>
            </a:pPr>
            <a:r>
              <a:t>State/Logic: Intent classifier + mode-aware rendering</a:t>
            </a:r>
          </a:p>
          <a:p>
            <a:pPr>
              <a:defRPr sz="2000"/>
            </a:pPr>
            <a:r>
              <a:t>API layer: Axios client with environment-based base URL</a:t>
            </a:r>
          </a:p>
          <a:p>
            <a:pPr>
              <a:defRPr sz="2000"/>
            </a:pPr>
            <a:r>
              <a:t>Architecture flow: Input → Intent decision → Dynamic UI → Resource 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It Hackathon-Strong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Clear real-world impact (safety + accessibility)</a:t>
            </a:r>
          </a:p>
          <a:p>
            <a:pPr>
              <a:defRPr sz="2000"/>
            </a:pPr>
            <a:r>
              <a:t>Distinctive dual-UX design pattern</a:t>
            </a:r>
          </a:p>
          <a:p>
            <a:pPr>
              <a:defRPr sz="2000"/>
            </a:pPr>
            <a:r>
              <a:t>Fast MVP delivery with production-ready structure</a:t>
            </a:r>
          </a:p>
          <a:p>
            <a:pPr>
              <a:defRPr sz="2000"/>
            </a:pPr>
            <a:r>
              <a:t>Scalable foundation for AI-assisted triage and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Scenario A (Daily): Open app → Daily mode → search doctor → view nearby → book</a:t>
            </a:r>
          </a:p>
          <a:p>
            <a:pPr>
              <a:defRPr sz="2000"/>
            </a:pPr>
            <a:r>
              <a:t>Scenario B (Emergency): Type distress text → emergency intent detected</a:t>
            </a:r>
          </a:p>
          <a:p>
            <a:pPr>
              <a:defRPr sz="2000"/>
            </a:pPr>
            <a:r>
              <a:t>UI flips to Emergency Mode</a:t>
            </a:r>
          </a:p>
          <a:p>
            <a:pPr>
              <a:defRPr sz="2000"/>
            </a:pPr>
            <a:r>
              <a:t>Immediate guidance + critical actions + route to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deployed on Vercel</a:t>
            </a:r>
          </a:p>
          <a:p>
            <a:pPr>
              <a:defRPr sz="2000"/>
            </a:pPr>
            <a:r>
              <a:t>Branch-managed releases (main, option2, option3)</a:t>
            </a:r>
          </a:p>
          <a:p>
            <a:pPr>
              <a:defRPr sz="2000"/>
            </a:pPr>
            <a:r>
              <a:t>Backend ready with environment-driven config</a:t>
            </a:r>
          </a:p>
          <a:p>
            <a:pPr>
              <a:defRPr sz="2000"/>
            </a:pPr>
            <a:r>
              <a:t>Current temporary setup supports frontend-first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(Next 30–90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Real-time emergency contact notifications</a:t>
            </a:r>
          </a:p>
          <a:p>
            <a:pPr>
              <a:defRPr sz="2000"/>
            </a:pPr>
            <a:r>
              <a:t>Geo-prioritized response recommendation engine</a:t>
            </a:r>
          </a:p>
          <a:p>
            <a:pPr>
              <a:defRPr sz="2000"/>
            </a:pPr>
            <a:r>
              <a:t>Multilingual support and accessibility upgrades</a:t>
            </a:r>
          </a:p>
          <a:p>
            <a:pPr>
              <a:defRPr sz="2000"/>
            </a:pPr>
            <a:r>
              <a:t>Offline emergency fallback experience</a:t>
            </a:r>
          </a:p>
          <a:p>
            <a:pPr>
              <a:defRPr sz="2000"/>
            </a:pPr>
            <a:r>
              <a:t>Analytics for risk patterns and response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Metrics (Projected)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Reduced time-to-first-action in emergencies</a:t>
            </a:r>
          </a:p>
          <a:p>
            <a:pPr>
              <a:defRPr sz="2000"/>
            </a:pPr>
            <a:r>
              <a:t>Higher completion rate for daily support tasks</a:t>
            </a:r>
          </a:p>
          <a:p>
            <a:pPr>
              <a:defRPr sz="2000"/>
            </a:pPr>
            <a:r>
              <a:t>Increased trust via guided workflows and verified service pathways</a:t>
            </a:r>
          </a:p>
          <a:p>
            <a:pPr>
              <a:defRPr sz="2000"/>
            </a:pPr>
            <a:r>
              <a:t>Target: 40% faster emergency action initiation</a:t>
            </a:r>
          </a:p>
          <a:p>
            <a:pPr>
              <a:defRPr sz="2000"/>
            </a:pPr>
            <a:r>
              <a:t>Target: 30% better daily task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OMINA = Calm in daily life. Decisive in emergencies.</a:t>
            </a:r>
          </a:p>
          <a:p>
            <a:pPr>
              <a:defRPr sz="2000"/>
            </a:pPr>
            <a:r>
              <a:t>Thank you</a:t>
            </a:r>
          </a:p>
          <a:p>
            <a:pPr>
              <a:defRPr sz="2000"/>
            </a:pPr>
            <a:r>
              <a:t>Demo Link: healthfy-rosy.vercel.app</a:t>
            </a:r>
          </a:p>
          <a:p>
            <a:pPr>
              <a:defRPr sz="2000"/>
            </a:pPr>
            <a:r>
              <a:t>GitHub: github.com/Jeet1511/healthfy</a:t>
            </a:r>
          </a:p>
          <a:p>
            <a:pPr>
              <a:defRPr sz="2000"/>
            </a:pPr>
            <a:r>
              <a:t>Contact: [Add email/LinkedIn]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719</Words>
  <Application>Microsoft Office PowerPoint</Application>
  <PresentationFormat>On-screen Show (4:3)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OMINA: Universal Human Assistance Platform</vt:lpstr>
      <vt:lpstr>Problem</vt:lpstr>
      <vt:lpstr>Our Solution</vt:lpstr>
      <vt:lpstr>Product Demo Snapshot</vt:lpstr>
      <vt:lpstr>Key Features</vt:lpstr>
      <vt:lpstr>Technical Architecture</vt:lpstr>
      <vt:lpstr>What Makes It Hackathon-Strong</vt:lpstr>
      <vt:lpstr>User Journey</vt:lpstr>
      <vt:lpstr>Deployment &amp; Status</vt:lpstr>
      <vt:lpstr>Roadmap (Next 30–90 days)</vt:lpstr>
      <vt:lpstr>Impact &amp; Metrics (Projected)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Jeet Mondal</cp:lastModifiedBy>
  <cp:revision>2</cp:revision>
  <dcterms:created xsi:type="dcterms:W3CDTF">2013-01-27T09:14:16Z</dcterms:created>
  <dcterms:modified xsi:type="dcterms:W3CDTF">2026-03-28T06:59:00Z</dcterms:modified>
  <cp:category/>
</cp:coreProperties>
</file>